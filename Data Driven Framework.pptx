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6C05A3-EAFB-4B9F-B584-88B6FC44F50C}" type="doc">
      <dgm:prSet loTypeId="urn:microsoft.com/office/officeart/2005/8/layout/process2" loCatId="process" qsTypeId="urn:microsoft.com/office/officeart/2005/8/quickstyle/simple1" qsCatId="simple" csTypeId="urn:microsoft.com/office/officeart/2005/8/colors/colorful1" csCatId="colorful" phldr="1"/>
      <dgm:spPr/>
    </dgm:pt>
    <dgm:pt modelId="{9333E0E3-E78D-4C54-96BC-E2303B722F3C}">
      <dgm:prSet phldrT="[Text]"/>
      <dgm:spPr/>
      <dgm:t>
        <a:bodyPr/>
        <a:lstStyle/>
        <a:p>
          <a:r>
            <a:rPr lang="en-US" dirty="0" smtClean="0"/>
            <a:t>Workbook</a:t>
          </a:r>
          <a:endParaRPr lang="en-IN" dirty="0"/>
        </a:p>
      </dgm:t>
    </dgm:pt>
    <dgm:pt modelId="{E8596E18-4D41-42F8-98C0-1E4564BC3338}" type="parTrans" cxnId="{01C403FA-F3D4-4FC7-AEBD-F63F183080CE}">
      <dgm:prSet/>
      <dgm:spPr/>
      <dgm:t>
        <a:bodyPr/>
        <a:lstStyle/>
        <a:p>
          <a:endParaRPr lang="en-IN"/>
        </a:p>
      </dgm:t>
    </dgm:pt>
    <dgm:pt modelId="{CC51F2D6-63A8-4A89-A1B2-0CA4D69C3195}" type="sibTrans" cxnId="{01C403FA-F3D4-4FC7-AEBD-F63F183080CE}">
      <dgm:prSet/>
      <dgm:spPr/>
      <dgm:t>
        <a:bodyPr/>
        <a:lstStyle/>
        <a:p>
          <a:endParaRPr lang="en-IN"/>
        </a:p>
      </dgm:t>
    </dgm:pt>
    <dgm:pt modelId="{8ED35A81-2A11-4F28-9DA6-25E05EE94415}">
      <dgm:prSet phldrT="[Text]"/>
      <dgm:spPr/>
      <dgm:t>
        <a:bodyPr/>
        <a:lstStyle/>
        <a:p>
          <a:r>
            <a:rPr lang="en-US" dirty="0" smtClean="0"/>
            <a:t>Sheet</a:t>
          </a:r>
          <a:endParaRPr lang="en-IN" dirty="0"/>
        </a:p>
      </dgm:t>
    </dgm:pt>
    <dgm:pt modelId="{0A0B3CF8-D1DF-4BDF-B696-8D17B093D256}" type="parTrans" cxnId="{0D880E7F-E6FA-490A-A3EB-41A15A4CF3C8}">
      <dgm:prSet/>
      <dgm:spPr/>
      <dgm:t>
        <a:bodyPr/>
        <a:lstStyle/>
        <a:p>
          <a:endParaRPr lang="en-IN"/>
        </a:p>
      </dgm:t>
    </dgm:pt>
    <dgm:pt modelId="{BC3F4B84-BE38-4B79-AB9A-2465012DFEEE}" type="sibTrans" cxnId="{0D880E7F-E6FA-490A-A3EB-41A15A4CF3C8}">
      <dgm:prSet/>
      <dgm:spPr/>
      <dgm:t>
        <a:bodyPr/>
        <a:lstStyle/>
        <a:p>
          <a:endParaRPr lang="en-IN"/>
        </a:p>
      </dgm:t>
    </dgm:pt>
    <dgm:pt modelId="{945A71D5-2CE2-45D2-AD31-7A04AD7C0D55}">
      <dgm:prSet phldrT="[Text]"/>
      <dgm:spPr/>
      <dgm:t>
        <a:bodyPr/>
        <a:lstStyle/>
        <a:p>
          <a:r>
            <a:rPr lang="en-US" dirty="0" smtClean="0"/>
            <a:t>Cell</a:t>
          </a:r>
          <a:endParaRPr lang="en-IN" dirty="0"/>
        </a:p>
      </dgm:t>
    </dgm:pt>
    <dgm:pt modelId="{616F934B-9F6F-41C4-AD5F-F502B50CF4EE}" type="parTrans" cxnId="{0196DCC3-34C8-4EB7-9D4B-91B099A10AE9}">
      <dgm:prSet/>
      <dgm:spPr/>
      <dgm:t>
        <a:bodyPr/>
        <a:lstStyle/>
        <a:p>
          <a:endParaRPr lang="en-IN"/>
        </a:p>
      </dgm:t>
    </dgm:pt>
    <dgm:pt modelId="{FD8DDF8C-70C4-48EA-ABC6-53C4A64A3CEC}" type="sibTrans" cxnId="{0196DCC3-34C8-4EB7-9D4B-91B099A10AE9}">
      <dgm:prSet/>
      <dgm:spPr/>
      <dgm:t>
        <a:bodyPr/>
        <a:lstStyle/>
        <a:p>
          <a:endParaRPr lang="en-IN"/>
        </a:p>
      </dgm:t>
    </dgm:pt>
    <dgm:pt modelId="{0CC1D73E-E6CA-4BD0-954E-24E38FA91252}">
      <dgm:prSet phldrT="[Text]"/>
      <dgm:spPr/>
      <dgm:t>
        <a:bodyPr/>
        <a:lstStyle/>
        <a:p>
          <a:r>
            <a:rPr lang="en-US" dirty="0" smtClean="0"/>
            <a:t>Row</a:t>
          </a:r>
          <a:endParaRPr lang="en-IN" dirty="0"/>
        </a:p>
      </dgm:t>
    </dgm:pt>
    <dgm:pt modelId="{FBD1419B-C466-4559-A749-5D37CA9F8C3E}" type="parTrans" cxnId="{F4FEEDC5-B57A-4140-AEA6-C3EC6E9A521A}">
      <dgm:prSet/>
      <dgm:spPr/>
      <dgm:t>
        <a:bodyPr/>
        <a:lstStyle/>
        <a:p>
          <a:endParaRPr lang="en-IN"/>
        </a:p>
      </dgm:t>
    </dgm:pt>
    <dgm:pt modelId="{C5FDCC23-E7A1-4DD6-A5DE-11CA69EA43C7}" type="sibTrans" cxnId="{F4FEEDC5-B57A-4140-AEA6-C3EC6E9A521A}">
      <dgm:prSet/>
      <dgm:spPr/>
      <dgm:t>
        <a:bodyPr/>
        <a:lstStyle/>
        <a:p>
          <a:endParaRPr lang="en-IN"/>
        </a:p>
      </dgm:t>
    </dgm:pt>
    <dgm:pt modelId="{03F77E06-5977-4412-8B3E-80F55E39D2FC}" type="pres">
      <dgm:prSet presAssocID="{536C05A3-EAFB-4B9F-B584-88B6FC44F50C}" presName="linearFlow" presStyleCnt="0">
        <dgm:presLayoutVars>
          <dgm:resizeHandles val="exact"/>
        </dgm:presLayoutVars>
      </dgm:prSet>
      <dgm:spPr/>
    </dgm:pt>
    <dgm:pt modelId="{9D7834CE-A6F2-4F3D-B641-C8EB3346BD77}" type="pres">
      <dgm:prSet presAssocID="{9333E0E3-E78D-4C54-96BC-E2303B722F3C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E537948-63A5-4D38-A9C7-BD883494DB9F}" type="pres">
      <dgm:prSet presAssocID="{CC51F2D6-63A8-4A89-A1B2-0CA4D69C3195}" presName="sibTrans" presStyleLbl="sibTrans2D1" presStyleIdx="0" presStyleCnt="3"/>
      <dgm:spPr/>
    </dgm:pt>
    <dgm:pt modelId="{1C55D2B3-F312-464D-A51D-87009443AB73}" type="pres">
      <dgm:prSet presAssocID="{CC51F2D6-63A8-4A89-A1B2-0CA4D69C3195}" presName="connectorText" presStyleLbl="sibTrans2D1" presStyleIdx="0" presStyleCnt="3"/>
      <dgm:spPr/>
    </dgm:pt>
    <dgm:pt modelId="{D65349BE-859D-4761-9E5B-C0557F902708}" type="pres">
      <dgm:prSet presAssocID="{8ED35A81-2A11-4F28-9DA6-25E05EE94415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61CE047B-6B4C-487A-8F87-95ACD0177529}" type="pres">
      <dgm:prSet presAssocID="{BC3F4B84-BE38-4B79-AB9A-2465012DFEEE}" presName="sibTrans" presStyleLbl="sibTrans2D1" presStyleIdx="1" presStyleCnt="3"/>
      <dgm:spPr/>
    </dgm:pt>
    <dgm:pt modelId="{672CF10B-B063-4C53-A6EE-BD94E72C43D7}" type="pres">
      <dgm:prSet presAssocID="{BC3F4B84-BE38-4B79-AB9A-2465012DFEEE}" presName="connectorText" presStyleLbl="sibTrans2D1" presStyleIdx="1" presStyleCnt="3"/>
      <dgm:spPr/>
    </dgm:pt>
    <dgm:pt modelId="{4DA3948B-A3A8-4725-8E26-0E77FBF71632}" type="pres">
      <dgm:prSet presAssocID="{0CC1D73E-E6CA-4BD0-954E-24E38FA91252}" presName="node" presStyleLbl="node1" presStyleIdx="2" presStyleCnt="4">
        <dgm:presLayoutVars>
          <dgm:bulletEnabled val="1"/>
        </dgm:presLayoutVars>
      </dgm:prSet>
      <dgm:spPr/>
    </dgm:pt>
    <dgm:pt modelId="{EAA9EA89-43C8-4503-B721-8D0220CE851E}" type="pres">
      <dgm:prSet presAssocID="{C5FDCC23-E7A1-4DD6-A5DE-11CA69EA43C7}" presName="sibTrans" presStyleLbl="sibTrans2D1" presStyleIdx="2" presStyleCnt="3"/>
      <dgm:spPr/>
    </dgm:pt>
    <dgm:pt modelId="{96598946-70B0-4A8B-A7AA-9A2D3B418ED0}" type="pres">
      <dgm:prSet presAssocID="{C5FDCC23-E7A1-4DD6-A5DE-11CA69EA43C7}" presName="connectorText" presStyleLbl="sibTrans2D1" presStyleIdx="2" presStyleCnt="3"/>
      <dgm:spPr/>
    </dgm:pt>
    <dgm:pt modelId="{E22C2422-0DB1-446D-A8FF-86756A87C72D}" type="pres">
      <dgm:prSet presAssocID="{945A71D5-2CE2-45D2-AD31-7A04AD7C0D55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F1DD499E-BCA9-4ED1-8A22-A883AADD4461}" type="presOf" srcId="{9333E0E3-E78D-4C54-96BC-E2303B722F3C}" destId="{9D7834CE-A6F2-4F3D-B641-C8EB3346BD77}" srcOrd="0" destOrd="0" presId="urn:microsoft.com/office/officeart/2005/8/layout/process2"/>
    <dgm:cxn modelId="{0196DCC3-34C8-4EB7-9D4B-91B099A10AE9}" srcId="{536C05A3-EAFB-4B9F-B584-88B6FC44F50C}" destId="{945A71D5-2CE2-45D2-AD31-7A04AD7C0D55}" srcOrd="3" destOrd="0" parTransId="{616F934B-9F6F-41C4-AD5F-F502B50CF4EE}" sibTransId="{FD8DDF8C-70C4-48EA-ABC6-53C4A64A3CEC}"/>
    <dgm:cxn modelId="{95131891-0985-4680-A468-5AFDB123CB83}" type="presOf" srcId="{CC51F2D6-63A8-4A89-A1B2-0CA4D69C3195}" destId="{1E537948-63A5-4D38-A9C7-BD883494DB9F}" srcOrd="0" destOrd="0" presId="urn:microsoft.com/office/officeart/2005/8/layout/process2"/>
    <dgm:cxn modelId="{961137B5-E0CF-431B-B340-A58BEACEE93B}" type="presOf" srcId="{536C05A3-EAFB-4B9F-B584-88B6FC44F50C}" destId="{03F77E06-5977-4412-8B3E-80F55E39D2FC}" srcOrd="0" destOrd="0" presId="urn:microsoft.com/office/officeart/2005/8/layout/process2"/>
    <dgm:cxn modelId="{4834E0C0-49FB-4D1C-9092-08C7ED4F7A12}" type="presOf" srcId="{C5FDCC23-E7A1-4DD6-A5DE-11CA69EA43C7}" destId="{96598946-70B0-4A8B-A7AA-9A2D3B418ED0}" srcOrd="1" destOrd="0" presId="urn:microsoft.com/office/officeart/2005/8/layout/process2"/>
    <dgm:cxn modelId="{0D880E7F-E6FA-490A-A3EB-41A15A4CF3C8}" srcId="{536C05A3-EAFB-4B9F-B584-88B6FC44F50C}" destId="{8ED35A81-2A11-4F28-9DA6-25E05EE94415}" srcOrd="1" destOrd="0" parTransId="{0A0B3CF8-D1DF-4BDF-B696-8D17B093D256}" sibTransId="{BC3F4B84-BE38-4B79-AB9A-2465012DFEEE}"/>
    <dgm:cxn modelId="{03B30319-8D52-40FD-9A03-48ACC0BB1309}" type="presOf" srcId="{C5FDCC23-E7A1-4DD6-A5DE-11CA69EA43C7}" destId="{EAA9EA89-43C8-4503-B721-8D0220CE851E}" srcOrd="0" destOrd="0" presId="urn:microsoft.com/office/officeart/2005/8/layout/process2"/>
    <dgm:cxn modelId="{70D15C09-4DEB-4A2D-9C21-34F581E08372}" type="presOf" srcId="{0CC1D73E-E6CA-4BD0-954E-24E38FA91252}" destId="{4DA3948B-A3A8-4725-8E26-0E77FBF71632}" srcOrd="0" destOrd="0" presId="urn:microsoft.com/office/officeart/2005/8/layout/process2"/>
    <dgm:cxn modelId="{06CAD97F-87E8-4101-838B-B67A6183F7B3}" type="presOf" srcId="{BC3F4B84-BE38-4B79-AB9A-2465012DFEEE}" destId="{61CE047B-6B4C-487A-8F87-95ACD0177529}" srcOrd="0" destOrd="0" presId="urn:microsoft.com/office/officeart/2005/8/layout/process2"/>
    <dgm:cxn modelId="{62CA02B2-4EEB-406C-AE66-147366D4DD8F}" type="presOf" srcId="{8ED35A81-2A11-4F28-9DA6-25E05EE94415}" destId="{D65349BE-859D-4761-9E5B-C0557F902708}" srcOrd="0" destOrd="0" presId="urn:microsoft.com/office/officeart/2005/8/layout/process2"/>
    <dgm:cxn modelId="{82081F97-3648-4104-8DB8-46F1EA1EA8BC}" type="presOf" srcId="{BC3F4B84-BE38-4B79-AB9A-2465012DFEEE}" destId="{672CF10B-B063-4C53-A6EE-BD94E72C43D7}" srcOrd="1" destOrd="0" presId="urn:microsoft.com/office/officeart/2005/8/layout/process2"/>
    <dgm:cxn modelId="{19291BA4-3F99-4C19-88E7-7D0FAB631405}" type="presOf" srcId="{CC51F2D6-63A8-4A89-A1B2-0CA4D69C3195}" destId="{1C55D2B3-F312-464D-A51D-87009443AB73}" srcOrd="1" destOrd="0" presId="urn:microsoft.com/office/officeart/2005/8/layout/process2"/>
    <dgm:cxn modelId="{C75EE1C0-333B-45BA-91BB-32A2F6EA5BBE}" type="presOf" srcId="{945A71D5-2CE2-45D2-AD31-7A04AD7C0D55}" destId="{E22C2422-0DB1-446D-A8FF-86756A87C72D}" srcOrd="0" destOrd="0" presId="urn:microsoft.com/office/officeart/2005/8/layout/process2"/>
    <dgm:cxn modelId="{01C403FA-F3D4-4FC7-AEBD-F63F183080CE}" srcId="{536C05A3-EAFB-4B9F-B584-88B6FC44F50C}" destId="{9333E0E3-E78D-4C54-96BC-E2303B722F3C}" srcOrd="0" destOrd="0" parTransId="{E8596E18-4D41-42F8-98C0-1E4564BC3338}" sibTransId="{CC51F2D6-63A8-4A89-A1B2-0CA4D69C3195}"/>
    <dgm:cxn modelId="{F4FEEDC5-B57A-4140-AEA6-C3EC6E9A521A}" srcId="{536C05A3-EAFB-4B9F-B584-88B6FC44F50C}" destId="{0CC1D73E-E6CA-4BD0-954E-24E38FA91252}" srcOrd="2" destOrd="0" parTransId="{FBD1419B-C466-4559-A749-5D37CA9F8C3E}" sibTransId="{C5FDCC23-E7A1-4DD6-A5DE-11CA69EA43C7}"/>
    <dgm:cxn modelId="{048277B3-F715-4C2F-BE57-CF0AE58A1751}" type="presParOf" srcId="{03F77E06-5977-4412-8B3E-80F55E39D2FC}" destId="{9D7834CE-A6F2-4F3D-B641-C8EB3346BD77}" srcOrd="0" destOrd="0" presId="urn:microsoft.com/office/officeart/2005/8/layout/process2"/>
    <dgm:cxn modelId="{EBDF26FF-834C-4157-A8DA-3F1E36721783}" type="presParOf" srcId="{03F77E06-5977-4412-8B3E-80F55E39D2FC}" destId="{1E537948-63A5-4D38-A9C7-BD883494DB9F}" srcOrd="1" destOrd="0" presId="urn:microsoft.com/office/officeart/2005/8/layout/process2"/>
    <dgm:cxn modelId="{FBE008D0-3D82-419D-A31F-E53B9FE9C3A0}" type="presParOf" srcId="{1E537948-63A5-4D38-A9C7-BD883494DB9F}" destId="{1C55D2B3-F312-464D-A51D-87009443AB73}" srcOrd="0" destOrd="0" presId="urn:microsoft.com/office/officeart/2005/8/layout/process2"/>
    <dgm:cxn modelId="{D290C2C5-9F41-4008-91CB-DDB612B26825}" type="presParOf" srcId="{03F77E06-5977-4412-8B3E-80F55E39D2FC}" destId="{D65349BE-859D-4761-9E5B-C0557F902708}" srcOrd="2" destOrd="0" presId="urn:microsoft.com/office/officeart/2005/8/layout/process2"/>
    <dgm:cxn modelId="{D0BF9D4A-4A16-4710-8961-D7FBE0F7D08E}" type="presParOf" srcId="{03F77E06-5977-4412-8B3E-80F55E39D2FC}" destId="{61CE047B-6B4C-487A-8F87-95ACD0177529}" srcOrd="3" destOrd="0" presId="urn:microsoft.com/office/officeart/2005/8/layout/process2"/>
    <dgm:cxn modelId="{B92D30D7-361A-446A-A611-00EB5436DF02}" type="presParOf" srcId="{61CE047B-6B4C-487A-8F87-95ACD0177529}" destId="{672CF10B-B063-4C53-A6EE-BD94E72C43D7}" srcOrd="0" destOrd="0" presId="urn:microsoft.com/office/officeart/2005/8/layout/process2"/>
    <dgm:cxn modelId="{42AF4A71-8673-4B66-A080-231757647368}" type="presParOf" srcId="{03F77E06-5977-4412-8B3E-80F55E39D2FC}" destId="{4DA3948B-A3A8-4725-8E26-0E77FBF71632}" srcOrd="4" destOrd="0" presId="urn:microsoft.com/office/officeart/2005/8/layout/process2"/>
    <dgm:cxn modelId="{B046D3FE-982E-496D-89F0-AF7917F57896}" type="presParOf" srcId="{03F77E06-5977-4412-8B3E-80F55E39D2FC}" destId="{EAA9EA89-43C8-4503-B721-8D0220CE851E}" srcOrd="5" destOrd="0" presId="urn:microsoft.com/office/officeart/2005/8/layout/process2"/>
    <dgm:cxn modelId="{EADCAB1A-24DF-4708-8A74-97255EA0CAA7}" type="presParOf" srcId="{EAA9EA89-43C8-4503-B721-8D0220CE851E}" destId="{96598946-70B0-4A8B-A7AA-9A2D3B418ED0}" srcOrd="0" destOrd="0" presId="urn:microsoft.com/office/officeart/2005/8/layout/process2"/>
    <dgm:cxn modelId="{81D5ECCF-7AC8-47A9-A34C-CB9B7DA4616C}" type="presParOf" srcId="{03F77E06-5977-4412-8B3E-80F55E39D2FC}" destId="{E22C2422-0DB1-446D-A8FF-86756A87C72D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4E50289-5D6E-463A-A03B-53EFE99E43E4}" type="doc">
      <dgm:prSet loTypeId="urn:microsoft.com/office/officeart/2005/8/layout/chevron1" loCatId="process" qsTypeId="urn:microsoft.com/office/officeart/2005/8/quickstyle/simple1" qsCatId="simple" csTypeId="urn:microsoft.com/office/officeart/2005/8/colors/colorful3" csCatId="colorful" phldr="1"/>
      <dgm:spPr/>
    </dgm:pt>
    <dgm:pt modelId="{A0179EC0-CF6E-43BD-AD66-3956B937DB6D}">
      <dgm:prSet phldrT="[Text]"/>
      <dgm:spPr/>
      <dgm:t>
        <a:bodyPr/>
        <a:lstStyle/>
        <a:p>
          <a:r>
            <a:rPr lang="en-US" dirty="0" smtClean="0"/>
            <a:t>File</a:t>
          </a:r>
          <a:endParaRPr lang="en-IN" dirty="0"/>
        </a:p>
      </dgm:t>
    </dgm:pt>
    <dgm:pt modelId="{B3B704E7-94A2-421A-8C5F-F4CFA57EDFCC}" type="parTrans" cxnId="{7A0FB1B5-E2F1-401E-8C2E-CDF7BF97FB7B}">
      <dgm:prSet/>
      <dgm:spPr/>
      <dgm:t>
        <a:bodyPr/>
        <a:lstStyle/>
        <a:p>
          <a:endParaRPr lang="en-IN"/>
        </a:p>
      </dgm:t>
    </dgm:pt>
    <dgm:pt modelId="{DC3E040A-CD13-45A7-968E-296262979331}" type="sibTrans" cxnId="{7A0FB1B5-E2F1-401E-8C2E-CDF7BF97FB7B}">
      <dgm:prSet/>
      <dgm:spPr/>
      <dgm:t>
        <a:bodyPr/>
        <a:lstStyle/>
        <a:p>
          <a:endParaRPr lang="en-IN"/>
        </a:p>
      </dgm:t>
    </dgm:pt>
    <dgm:pt modelId="{764A720D-645C-49B1-80FC-9E135957B496}">
      <dgm:prSet phldrT="[Text]"/>
      <dgm:spPr/>
      <dgm:t>
        <a:bodyPr/>
        <a:lstStyle/>
        <a:p>
          <a:r>
            <a:rPr lang="en-US" dirty="0" smtClean="0"/>
            <a:t>FileInputStream / FileOutputStream</a:t>
          </a:r>
          <a:endParaRPr lang="en-IN" dirty="0"/>
        </a:p>
      </dgm:t>
    </dgm:pt>
    <dgm:pt modelId="{1C38861B-FB88-4D0E-8E89-B85FD40DB165}" type="parTrans" cxnId="{F89892C2-C4F9-4A39-96CF-4B7991424B0C}">
      <dgm:prSet/>
      <dgm:spPr/>
      <dgm:t>
        <a:bodyPr/>
        <a:lstStyle/>
        <a:p>
          <a:endParaRPr lang="en-IN"/>
        </a:p>
      </dgm:t>
    </dgm:pt>
    <dgm:pt modelId="{900A20E8-31C7-4B62-8239-366582C69E3B}" type="sibTrans" cxnId="{F89892C2-C4F9-4A39-96CF-4B7991424B0C}">
      <dgm:prSet/>
      <dgm:spPr/>
      <dgm:t>
        <a:bodyPr/>
        <a:lstStyle/>
        <a:p>
          <a:endParaRPr lang="en-IN"/>
        </a:p>
      </dgm:t>
    </dgm:pt>
    <dgm:pt modelId="{DB7DE506-3C86-433B-9663-01C4E712FCCA}" type="pres">
      <dgm:prSet presAssocID="{C4E50289-5D6E-463A-A03B-53EFE99E43E4}" presName="Name0" presStyleCnt="0">
        <dgm:presLayoutVars>
          <dgm:dir/>
          <dgm:animLvl val="lvl"/>
          <dgm:resizeHandles val="exact"/>
        </dgm:presLayoutVars>
      </dgm:prSet>
      <dgm:spPr/>
    </dgm:pt>
    <dgm:pt modelId="{1BE664C7-494F-477F-B485-60646AF540E4}" type="pres">
      <dgm:prSet presAssocID="{A0179EC0-CF6E-43BD-AD66-3956B937DB6D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06FF70D1-DB52-4AED-9F51-554386222336}" type="pres">
      <dgm:prSet presAssocID="{DC3E040A-CD13-45A7-968E-296262979331}" presName="parTxOnlySpace" presStyleCnt="0"/>
      <dgm:spPr/>
    </dgm:pt>
    <dgm:pt modelId="{3B4C0E79-C440-4D10-92AC-C210E9E225D2}" type="pres">
      <dgm:prSet presAssocID="{764A720D-645C-49B1-80FC-9E135957B496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F89892C2-C4F9-4A39-96CF-4B7991424B0C}" srcId="{C4E50289-5D6E-463A-A03B-53EFE99E43E4}" destId="{764A720D-645C-49B1-80FC-9E135957B496}" srcOrd="1" destOrd="0" parTransId="{1C38861B-FB88-4D0E-8E89-B85FD40DB165}" sibTransId="{900A20E8-31C7-4B62-8239-366582C69E3B}"/>
    <dgm:cxn modelId="{A6BBBE3B-7BCA-42DB-AB78-F27717900074}" type="presOf" srcId="{A0179EC0-CF6E-43BD-AD66-3956B937DB6D}" destId="{1BE664C7-494F-477F-B485-60646AF540E4}" srcOrd="0" destOrd="0" presId="urn:microsoft.com/office/officeart/2005/8/layout/chevron1"/>
    <dgm:cxn modelId="{CFCD9E08-208E-4751-ABD7-86BA758FDA10}" type="presOf" srcId="{764A720D-645C-49B1-80FC-9E135957B496}" destId="{3B4C0E79-C440-4D10-92AC-C210E9E225D2}" srcOrd="0" destOrd="0" presId="urn:microsoft.com/office/officeart/2005/8/layout/chevron1"/>
    <dgm:cxn modelId="{7A0FB1B5-E2F1-401E-8C2E-CDF7BF97FB7B}" srcId="{C4E50289-5D6E-463A-A03B-53EFE99E43E4}" destId="{A0179EC0-CF6E-43BD-AD66-3956B937DB6D}" srcOrd="0" destOrd="0" parTransId="{B3B704E7-94A2-421A-8C5F-F4CFA57EDFCC}" sibTransId="{DC3E040A-CD13-45A7-968E-296262979331}"/>
    <dgm:cxn modelId="{7A3C3F63-7628-4D25-A52A-208115FB2047}" type="presOf" srcId="{C4E50289-5D6E-463A-A03B-53EFE99E43E4}" destId="{DB7DE506-3C86-433B-9663-01C4E712FCCA}" srcOrd="0" destOrd="0" presId="urn:microsoft.com/office/officeart/2005/8/layout/chevron1"/>
    <dgm:cxn modelId="{E53D6EB7-E55C-44DC-A0D0-0C9E03641EB5}" type="presParOf" srcId="{DB7DE506-3C86-433B-9663-01C4E712FCCA}" destId="{1BE664C7-494F-477F-B485-60646AF540E4}" srcOrd="0" destOrd="0" presId="urn:microsoft.com/office/officeart/2005/8/layout/chevron1"/>
    <dgm:cxn modelId="{3FFB1714-D33B-4815-8A5C-3FEE23D611A9}" type="presParOf" srcId="{DB7DE506-3C86-433B-9663-01C4E712FCCA}" destId="{06FF70D1-DB52-4AED-9F51-554386222336}" srcOrd="1" destOrd="0" presId="urn:microsoft.com/office/officeart/2005/8/layout/chevron1"/>
    <dgm:cxn modelId="{7FBF52DD-9530-4AC2-A4E4-7BC6D64EFB00}" type="presParOf" srcId="{DB7DE506-3C86-433B-9663-01C4E712FCCA}" destId="{3B4C0E79-C440-4D10-92AC-C210E9E225D2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7834CE-A6F2-4F3D-B641-C8EB3346BD77}">
      <dsp:nvSpPr>
        <dsp:cNvPr id="0" name=""/>
        <dsp:cNvSpPr/>
      </dsp:nvSpPr>
      <dsp:spPr>
        <a:xfrm>
          <a:off x="663068" y="2270"/>
          <a:ext cx="1520094" cy="84449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Workbook</a:t>
          </a:r>
          <a:endParaRPr lang="en-IN" sz="2300" kern="1200" dirty="0"/>
        </a:p>
      </dsp:txBody>
      <dsp:txXfrm>
        <a:off x="687802" y="27004"/>
        <a:ext cx="1470626" cy="795028"/>
      </dsp:txXfrm>
    </dsp:sp>
    <dsp:sp modelId="{1E537948-63A5-4D38-A9C7-BD883494DB9F}">
      <dsp:nvSpPr>
        <dsp:cNvPr id="0" name=""/>
        <dsp:cNvSpPr/>
      </dsp:nvSpPr>
      <dsp:spPr>
        <a:xfrm rot="5400000">
          <a:off x="1264772" y="867879"/>
          <a:ext cx="316686" cy="380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600" kern="1200"/>
        </a:p>
      </dsp:txBody>
      <dsp:txXfrm rot="-5400000">
        <a:off x="1309109" y="899547"/>
        <a:ext cx="228013" cy="221680"/>
      </dsp:txXfrm>
    </dsp:sp>
    <dsp:sp modelId="{D65349BE-859D-4761-9E5B-C0557F902708}">
      <dsp:nvSpPr>
        <dsp:cNvPr id="0" name=""/>
        <dsp:cNvSpPr/>
      </dsp:nvSpPr>
      <dsp:spPr>
        <a:xfrm>
          <a:off x="663068" y="1269015"/>
          <a:ext cx="1520094" cy="84449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Sheet</a:t>
          </a:r>
          <a:endParaRPr lang="en-IN" sz="2300" kern="1200" dirty="0"/>
        </a:p>
      </dsp:txBody>
      <dsp:txXfrm>
        <a:off x="687802" y="1293749"/>
        <a:ext cx="1470626" cy="795028"/>
      </dsp:txXfrm>
    </dsp:sp>
    <dsp:sp modelId="{61CE047B-6B4C-487A-8F87-95ACD0177529}">
      <dsp:nvSpPr>
        <dsp:cNvPr id="0" name=""/>
        <dsp:cNvSpPr/>
      </dsp:nvSpPr>
      <dsp:spPr>
        <a:xfrm rot="5400000">
          <a:off x="1264772" y="2134624"/>
          <a:ext cx="316686" cy="380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600" kern="1200"/>
        </a:p>
      </dsp:txBody>
      <dsp:txXfrm rot="-5400000">
        <a:off x="1309109" y="2166292"/>
        <a:ext cx="228013" cy="221680"/>
      </dsp:txXfrm>
    </dsp:sp>
    <dsp:sp modelId="{4DA3948B-A3A8-4725-8E26-0E77FBF71632}">
      <dsp:nvSpPr>
        <dsp:cNvPr id="0" name=""/>
        <dsp:cNvSpPr/>
      </dsp:nvSpPr>
      <dsp:spPr>
        <a:xfrm>
          <a:off x="663068" y="2535760"/>
          <a:ext cx="1520094" cy="84449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Row</a:t>
          </a:r>
          <a:endParaRPr lang="en-IN" sz="2300" kern="1200" dirty="0"/>
        </a:p>
      </dsp:txBody>
      <dsp:txXfrm>
        <a:off x="687802" y="2560494"/>
        <a:ext cx="1470626" cy="795028"/>
      </dsp:txXfrm>
    </dsp:sp>
    <dsp:sp modelId="{EAA9EA89-43C8-4503-B721-8D0220CE851E}">
      <dsp:nvSpPr>
        <dsp:cNvPr id="0" name=""/>
        <dsp:cNvSpPr/>
      </dsp:nvSpPr>
      <dsp:spPr>
        <a:xfrm rot="5400000">
          <a:off x="1264772" y="3401369"/>
          <a:ext cx="316686" cy="38002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1600" kern="1200"/>
        </a:p>
      </dsp:txBody>
      <dsp:txXfrm rot="-5400000">
        <a:off x="1309109" y="3433037"/>
        <a:ext cx="228013" cy="221680"/>
      </dsp:txXfrm>
    </dsp:sp>
    <dsp:sp modelId="{E22C2422-0DB1-446D-A8FF-86756A87C72D}">
      <dsp:nvSpPr>
        <dsp:cNvPr id="0" name=""/>
        <dsp:cNvSpPr/>
      </dsp:nvSpPr>
      <dsp:spPr>
        <a:xfrm>
          <a:off x="663068" y="3802505"/>
          <a:ext cx="1520094" cy="84449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smtClean="0"/>
            <a:t>Cell</a:t>
          </a:r>
          <a:endParaRPr lang="en-IN" sz="2300" kern="1200" dirty="0"/>
        </a:p>
      </dsp:txBody>
      <dsp:txXfrm>
        <a:off x="687802" y="3827239"/>
        <a:ext cx="1470626" cy="7950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E664C7-494F-477F-B485-60646AF540E4}">
      <dsp:nvSpPr>
        <dsp:cNvPr id="0" name=""/>
        <dsp:cNvSpPr/>
      </dsp:nvSpPr>
      <dsp:spPr>
        <a:xfrm>
          <a:off x="5831" y="0"/>
          <a:ext cx="3486220" cy="79849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File</a:t>
          </a:r>
          <a:endParaRPr lang="en-IN" sz="2500" kern="1200" dirty="0"/>
        </a:p>
      </dsp:txBody>
      <dsp:txXfrm>
        <a:off x="405076" y="0"/>
        <a:ext cx="2687730" cy="798490"/>
      </dsp:txXfrm>
    </dsp:sp>
    <dsp:sp modelId="{3B4C0E79-C440-4D10-92AC-C210E9E225D2}">
      <dsp:nvSpPr>
        <dsp:cNvPr id="0" name=""/>
        <dsp:cNvSpPr/>
      </dsp:nvSpPr>
      <dsp:spPr>
        <a:xfrm>
          <a:off x="3143429" y="0"/>
          <a:ext cx="3486220" cy="798490"/>
        </a:xfrm>
        <a:prstGeom prst="chevron">
          <a:avLst/>
        </a:prstGeom>
        <a:solidFill>
          <a:schemeClr val="accent3">
            <a:hueOff val="-1433403"/>
            <a:satOff val="1180"/>
            <a:lumOff val="-981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0013" tIns="33338" rIns="33338" bIns="33338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smtClean="0"/>
            <a:t>FileInputStream / FileOutputStream</a:t>
          </a:r>
          <a:endParaRPr lang="en-IN" sz="2500" kern="1200" dirty="0"/>
        </a:p>
      </dsp:txBody>
      <dsp:txXfrm>
        <a:off x="3542674" y="0"/>
        <a:ext cx="2687730" cy="7984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108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878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235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994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188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491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3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011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156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7759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8648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89936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7122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8607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9870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84FC31-781C-430F-9598-CDD5094E0DCE}" type="datetimeFigureOut">
              <a:rPr lang="en-IN" smtClean="0"/>
              <a:t>09-12-2025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469E06B-BB13-4869-8AD5-DFF4B6E9C7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7871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Driven Framework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Read the data from Excel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Write the data to Excel File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48186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Excel File (Workbook)</a:t>
            </a:r>
          </a:p>
          <a:p>
            <a:pPr lvl="1"/>
            <a:r>
              <a:rPr lang="en-US" dirty="0" smtClean="0"/>
              <a:t>Collection of Sheets</a:t>
            </a:r>
          </a:p>
          <a:p>
            <a:r>
              <a:rPr lang="en-US" dirty="0" smtClean="0"/>
              <a:t>Sheet</a:t>
            </a:r>
          </a:p>
          <a:p>
            <a:pPr lvl="1"/>
            <a:r>
              <a:rPr lang="en-US" dirty="0" smtClean="0"/>
              <a:t>Collection of Rows</a:t>
            </a:r>
          </a:p>
          <a:p>
            <a:r>
              <a:rPr lang="en-US" dirty="0" smtClean="0"/>
              <a:t>Row</a:t>
            </a:r>
          </a:p>
          <a:p>
            <a:pPr lvl="1"/>
            <a:r>
              <a:rPr lang="en-US" dirty="0" smtClean="0"/>
              <a:t>Collection of Cells</a:t>
            </a:r>
          </a:p>
          <a:p>
            <a:r>
              <a:rPr lang="en-US" dirty="0" smtClean="0"/>
              <a:t>Cell</a:t>
            </a:r>
          </a:p>
          <a:p>
            <a:pPr lvl="1"/>
            <a:r>
              <a:rPr lang="en-US" dirty="0" smtClean="0"/>
              <a:t>Smallest unit where we store the data</a:t>
            </a:r>
            <a:endParaRPr lang="en-US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3212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Stream</a:t>
            </a:r>
            <a:br>
              <a:rPr lang="en-US" dirty="0" smtClean="0"/>
            </a:br>
            <a:r>
              <a:rPr lang="en-US" sz="2400" dirty="0" smtClean="0"/>
              <a:t>Is a flow of data from file to application and application to file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77334" y="2125014"/>
            <a:ext cx="2619658" cy="38636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Java Application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8010660" y="2125014"/>
            <a:ext cx="2150772" cy="3863662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6" name="Right Arrow 5"/>
          <p:cNvSpPr/>
          <p:nvPr/>
        </p:nvSpPr>
        <p:spPr>
          <a:xfrm>
            <a:off x="3296992" y="2125014"/>
            <a:ext cx="4713668" cy="19318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FileOutputStream / Write</a:t>
            </a:r>
            <a:endParaRPr lang="en-IN" dirty="0"/>
          </a:p>
        </p:txBody>
      </p:sp>
      <p:sp>
        <p:nvSpPr>
          <p:cNvPr id="7" name="Left Arrow 6"/>
          <p:cNvSpPr/>
          <p:nvPr/>
        </p:nvSpPr>
        <p:spPr>
          <a:xfrm>
            <a:off x="3296992" y="4133403"/>
            <a:ext cx="4713668" cy="177871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FileInputStream / Read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7943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Excel Handling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677334" y="2125014"/>
            <a:ext cx="2619658" cy="38636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Selenium Script</a:t>
            </a:r>
          </a:p>
          <a:p>
            <a:pPr algn="ctr"/>
            <a:r>
              <a:rPr lang="en-US" dirty="0" smtClean="0"/>
              <a:t>(Java Application)</a:t>
            </a:r>
            <a:endParaRPr lang="en-IN" dirty="0"/>
          </a:p>
        </p:txBody>
      </p:sp>
      <p:sp>
        <p:nvSpPr>
          <p:cNvPr id="5" name="Can 4"/>
          <p:cNvSpPr/>
          <p:nvPr/>
        </p:nvSpPr>
        <p:spPr>
          <a:xfrm>
            <a:off x="8010660" y="2125014"/>
            <a:ext cx="2150772" cy="3863662"/>
          </a:xfrm>
          <a:prstGeom prst="can">
            <a:avLst>
              <a:gd name="adj" fmla="val 393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Excel File</a:t>
            </a:r>
            <a:endParaRPr lang="en-IN" dirty="0"/>
          </a:p>
        </p:txBody>
      </p:sp>
      <p:sp>
        <p:nvSpPr>
          <p:cNvPr id="3" name="Snip Diagonal Corner Rectangle 2"/>
          <p:cNvSpPr/>
          <p:nvPr/>
        </p:nvSpPr>
        <p:spPr>
          <a:xfrm>
            <a:off x="4514046" y="3284112"/>
            <a:ext cx="2279560" cy="1545465"/>
          </a:xfrm>
          <a:prstGeom prst="snip2DiagRect">
            <a:avLst>
              <a:gd name="adj1" fmla="val 0"/>
              <a:gd name="adj2" fmla="val 3083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 Apache POI</a:t>
            </a:r>
          </a:p>
          <a:p>
            <a:pPr algn="ctr"/>
            <a:r>
              <a:rPr lang="en-US" dirty="0"/>
              <a:t>(</a:t>
            </a:r>
            <a:r>
              <a:rPr lang="en-US" dirty="0" smtClean="0"/>
              <a:t>API)</a:t>
            </a:r>
            <a:endParaRPr lang="en-IN" dirty="0"/>
          </a:p>
        </p:txBody>
      </p:sp>
      <p:cxnSp>
        <p:nvCxnSpPr>
          <p:cNvPr id="9" name="Straight Arrow Connector 8"/>
          <p:cNvCxnSpPr>
            <a:stCxn id="4" idx="3"/>
            <a:endCxn id="3" idx="2"/>
          </p:cNvCxnSpPr>
          <p:nvPr/>
        </p:nvCxnSpPr>
        <p:spPr>
          <a:xfrm>
            <a:off x="3296992" y="4056845"/>
            <a:ext cx="1217054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3" idx="0"/>
            <a:endCxn id="5" idx="2"/>
          </p:cNvCxnSpPr>
          <p:nvPr/>
        </p:nvCxnSpPr>
        <p:spPr>
          <a:xfrm>
            <a:off x="6793606" y="4056845"/>
            <a:ext cx="1217054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4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Hierarchy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231112"/>
              </p:ext>
            </p:extLst>
          </p:nvPr>
        </p:nvGraphicFramePr>
        <p:xfrm>
          <a:off x="7096260" y="1635618"/>
          <a:ext cx="2846231" cy="4649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2399800223"/>
              </p:ext>
            </p:extLst>
          </p:nvPr>
        </p:nvGraphicFramePr>
        <p:xfrm>
          <a:off x="808507" y="1506829"/>
          <a:ext cx="6635482" cy="7984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62513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</TotalTime>
  <Words>78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Data Driven Framework</vt:lpstr>
      <vt:lpstr>Excel File</vt:lpstr>
      <vt:lpstr>Stream Is a flow of data from file to application and application to file</vt:lpstr>
      <vt:lpstr>Excel Handling</vt:lpstr>
      <vt:lpstr>Object Hierarchy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Driven Framework</dc:title>
  <dc:creator>Microsoft account</dc:creator>
  <cp:lastModifiedBy>Microsoft account</cp:lastModifiedBy>
  <cp:revision>8</cp:revision>
  <dcterms:created xsi:type="dcterms:W3CDTF">2025-12-09T13:24:09Z</dcterms:created>
  <dcterms:modified xsi:type="dcterms:W3CDTF">2025-12-09T14:56:53Z</dcterms:modified>
</cp:coreProperties>
</file>